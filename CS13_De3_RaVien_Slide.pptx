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d714f7edc4639" /><Relationship Type="http://schemas.openxmlformats.org/officeDocument/2006/relationships/extended-properties" Target="/docProps/app.xml" Id="Rb1103b2870bf44b5" /><Relationship Type="http://schemas.openxmlformats.org/officeDocument/2006/relationships/officeDocument" Target="/ppt/presentation.xml" Id="R9c242bb9a70947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f3ad7620e4224"/>
  </p:sldMasterIdLst>
  <p:notesMasterIdLst>
    <p:notesMasterId xmlns:r="http://schemas.openxmlformats.org/officeDocument/2006/relationships" r:id="R8aba0103501744e3"/>
  </p:notesMasterIdLst>
  <p:sldIdLst>
    <p:sldId xmlns:r="http://schemas.openxmlformats.org/officeDocument/2006/relationships" id="256" r:id="R06a3d05368844f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e23ba1d0874cb1" /><Relationship Type="http://schemas.openxmlformats.org/officeDocument/2006/relationships/slideMaster" Target="/ppt/slideMasters/slideMaster1.xml" Id="R24bf3ad7620e4224" /><Relationship Type="http://schemas.openxmlformats.org/officeDocument/2006/relationships/notesMaster" Target="/ppt/notesMasters/notesMaster1.xml" Id="R8aba0103501744e3" /><Relationship Type="http://schemas.openxmlformats.org/officeDocument/2006/relationships/presProps" Target="/ppt/presProps.xml" Id="Rf7210f59f55e4a3d" /><Relationship Type="http://schemas.openxmlformats.org/officeDocument/2006/relationships/tableStyles" Target="/ppt/tableStyles.xml" Id="R4f7d8a224a0e445a" /><Relationship Type="http://schemas.openxmlformats.org/officeDocument/2006/relationships/slide" Target="/ppt/slides/slide1.xml" Id="R06a3d05368844f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41d5e29b8e43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a6f9767b848cf" /><Relationship Type="http://schemas.openxmlformats.org/officeDocument/2006/relationships/notesMaster" Target="/ppt/notesMasters/notesMaster1.xml" Id="Rcb73de05d45f40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CS13_HoSoTinhHuong.pdf tr.6–7, tình huống giả định. Bản mới 96,6%, κ0,90 nhưng 1 lỗi insulin tối thành sáng nên chưa phát hành. Bắt buộc thêm 5 insulin và chạy lại cả bộ, 0 lỗi nghiêm trọng mới vào thử nghiệm. Mọi bản nháp phải do bác sĩ đọc và ký; không tự gửi. Người duyệt tính chi phí là dược sĩ công ty, bác sĩ bệnh viện không tính vào COGS công ty. Bộ 200+50 và dược sĩ 10% là đề xuất chưa được kiểm chứng, không phải cho phép triển khai. Kịch bản 10% cho biên 60,656%, nếu thực tế cần duyệt nhiều hơn phải tính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ebbe9200b46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57093aecd4f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7440b9d6e4a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a6db5ef0d4f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1bc35e85b47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211a3803c4b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FDA07D-5FE8-400B-A1BF-D5292CE79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DB5E35-45B0-4391-8091-8762460297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094A07-6E7D-44B9-BAD1-F3F3CFF9D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B1A41-F0D4-4A4C-A45F-5D8DC8339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BA3CE6-F782-4F65-8B47-51426A431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765BFB-981D-453A-BAFB-B691F8BD2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7230E0-DD64-40FF-B466-B71534CFBC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5333CA-9492-4E41-85F0-0C17363FA2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910D07-0B14-49D0-8EFD-DDF091EA6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A4D9BC-832E-4FD1-9459-953AD2C9A0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91b92f9149464a" /><Relationship Type="http://schemas.openxmlformats.org/officeDocument/2006/relationships/slideLayout" Target="/ppt/slideLayouts/slideLayout1.xml" Id="R696b5f789cea4d57" /><Relationship Type="http://schemas.openxmlformats.org/officeDocument/2006/relationships/slideLayout" Target="/ppt/slideLayouts/slideLayout2.xml" Id="Rfc51148c40d549da" /><Relationship Type="http://schemas.openxmlformats.org/officeDocument/2006/relationships/slideLayout" Target="/ppt/slideLayouts/slideLayout3.xml" Id="R55a9448360024b69" /><Relationship Type="http://schemas.openxmlformats.org/officeDocument/2006/relationships/slideLayout" Target="/ppt/slideLayouts/slideLayout4.xml" Id="R22cca64323f64149" /><Relationship Type="http://schemas.openxmlformats.org/officeDocument/2006/relationships/slideLayout" Target="/ppt/slideLayouts/slideLayout5.xml" Id="R3795d2b609c6438b" /><Relationship Type="http://schemas.openxmlformats.org/officeDocument/2006/relationships/slideLayout" Target="/ppt/slideLayouts/slideLayout6.xml" Id="Ra543a9d4bd264c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6b5f789cea4d57"/>
    <p:sldLayoutId xmlns:r="http://schemas.openxmlformats.org/officeDocument/2006/relationships" id="2147483650" r:id="Rfc51148c40d549da"/>
    <p:sldLayoutId xmlns:r="http://schemas.openxmlformats.org/officeDocument/2006/relationships" id="2147483651" r:id="R55a9448360024b69"/>
    <p:sldLayoutId xmlns:r="http://schemas.openxmlformats.org/officeDocument/2006/relationships" id="2147483652" r:id="R22cca64323f64149"/>
    <p:sldLayoutId xmlns:r="http://schemas.openxmlformats.org/officeDocument/2006/relationships" id="2147483653" r:id="R3795d2b609c6438b"/>
    <p:sldLayoutId xmlns:r="http://schemas.openxmlformats.org/officeDocument/2006/relationships" id="2147483654" r:id="Ra543a9d4bd264c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069a1c4c94c17" /><Relationship Type="http://schemas.openxmlformats.org/officeDocument/2006/relationships/notesSlide" Target="/ppt/notesSlides/notesSlide1.xml" Id="R82d908a378724f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EB633-40DE-4637-A878-75D6E34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8736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38736D"/>
                </a:solidFill>
              </a:defRPr>
            </a:pPr>
            <a:r>
              <a:rPr sz="1425" b="1">
                <a:solidFill>
                  <a:srgbClr val="38736D"/>
                </a:solidFill>
              </a:rPr>
              <a:t>CS13  /  ĐỀ 3  /  LỘ TRÌNH 12 THÁNG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51740-0CD0-4608-BF7E-CF0B9F1A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7"/>
                </a:solidFill>
              </a:defRPr>
            </a:pPr>
            <a:r>
              <a:rPr sz="3150" b="1">
                <a:solidFill>
                  <a:srgbClr val="173137"/>
                </a:solidFill>
              </a:rPr>
              <a:t>RaViện: sửa lỗi trước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D49E7-B186-476D-9213-D64D9E49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137"/>
                </a:solidFill>
              </a:defRPr>
            </a:pPr>
            <a:r>
              <a:rPr sz="1950" b="0">
                <a:solidFill>
                  <a:srgbClr val="173137"/>
                </a:solidFill>
              </a:rPr>
              <a:t>Chưa phát hành; bác sĩ luôn đọc và ký 100% bản nháp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86317-412A-40AB-8190-A83EB47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0–3 tháng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2F46-005B-4CD4-8A11-0127CA5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9775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Sửa insulin tối thành sáng; thêm 5 ca, chạy lại toàn bộ.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Đối chiếu thuốc và cờ mâu thuẫn trước pilot mức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005C5-B0E1-43E2-901A-CAA368D6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3–6 tháng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5FA10-F295-4C94-AE99-76885B7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62275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Mức 2 chỉ sau cổng đề xuất: 200 hồ sơ +50 ca thuốc.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Giảm khâu dược sĩ có điều kiện; bác sĩ vẫn ký 100%.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AD9C4-4931-4046-9402-6BB569E0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6–12 tháng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8A11D-469E-42CE-BBCC-F487803E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14775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Không làm mức 3; chuyển khoa chờ bộ đề riêng.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Rà ngày 30/60/90, theo mốc pilot và khi model thay đổi.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0CCA3-41EF-40A8-A166-1139E365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137"/>
                </a:solidFill>
              </a:defRPr>
            </a:pPr>
            <a:r>
              <a:rPr sz="1725" b="1">
                <a:solidFill>
                  <a:srgbClr val="173137"/>
                </a:solidFill>
              </a:rPr>
              <a:t>Nguồn lực &amp; kinh tế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AED95-9E0E-49BF-91C1-F39D361D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Vòng 40 ca: 20,3 giờ; Phương/Hải cần chốt lịch.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Biên: dược sĩ 100% → 6,7%; kịch bản 10% → 60,7%.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Cần ngân sách kiểm định; không giảm duyệt vì biên.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3632B-C2A7-4093-8B1E-449B4741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196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137"/>
                </a:solidFill>
              </a:defRPr>
            </a:pPr>
            <a:r>
              <a:rPr sz="1725" b="1">
                <a:solidFill>
                  <a:srgbClr val="173137"/>
                </a:solidFill>
              </a:rPr>
              <a:t>Cổng &amp; điều kiện dừng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B47D0-B776-4CF7-A2F2-1FB9795B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29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1 lỗi thuốc lọt tới người bệnh: dừng ngay.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Hết tháng 3 pilot, &gt;30% phải sửa nhiều: dừng.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Kịch bản xấu hết tiền tháng 9: chốt nguồn tiền sớm.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0A2DC-0ED2-405D-9DD9-41721C5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6D"/>
                </a:solidFill>
              </a:defRPr>
            </a:pPr>
            <a:r>
              <a:rPr sz="1125" b="0">
                <a:solidFill>
                  <a:srgbClr val="59706D"/>
                </a:solidFill>
              </a:rPr>
              <a:t>Nguồn: hồ sơ CS13, đề 3. Cỡ mẫu bổ sung và tỷ lệ duyệt là đề xuất, chưa được kiểm chứng.</a:t>
            </a:r>
          </a:p>
        </p:txBody>
      </p:sp>
    </p:spTree>
    <p:extLst>
      <p:ext uri="{BB962C8B-B14F-4D97-AF65-F5344CB8AC3E}">
        <p14:creationId xmlns:p14="http://schemas.microsoft.com/office/powerpoint/2010/main" val="1864029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2026-10-16T05:43:12.6320000Z</dcterms:created>
  <dcterms:modified xsi:type="dcterms:W3CDTF">2026-10-16T05:43:12.6320000Z</dcterms:modified>
</coreProperties>
</file>